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Vectryx Path to $1M ARR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Value Stream + Monetization Logic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Clear math, clear timeline</a:t>
            </a:r>
          </a:p>
        </p:txBody>
      </p:sp>
      <p:pic>
        <p:nvPicPr>
          <p:cNvPr id="4" name="Picture 3" descr="vectryx_wordmark_h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2406015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1. Swimlane Value Stream (Revenue → Access)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User upgrades → Stripe Checkout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Stripe webhook fires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Entitlements updated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Engine enforces access instantly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Swimlane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User: decision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Frontend: redirect + display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Stripe: money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Webhook: mapping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Supabase: truth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Engine: enforcement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2. Failure Handling &amp; Grace Period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Payment fails → Stripe retry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Grace period (7–14 days)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User warned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Downgrade only after grace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Why Grace Period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Reduces churn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Protects trust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Preserves ARR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Enterprise expectation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3. Add-Ons &amp; API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Base plan → Add-ons → API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Same entitlement model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No architecture change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Pricing &amp; User Mix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Pro: $39/mo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Advanced: $99/mo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Elite: $149/mo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Teams: $1,500/mo avg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Core SaaS ARR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600 Pro users × $39 = $23,400/mo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400 Advanced × $99 = $39,600/mo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200 Elite × $149 = $29,800/mo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→ $92,800 MRR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Team &amp; Enterprise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20 Teams × $1,500 = $30,000 MRR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10 Enterprise × $3,000 = $30,000 MRR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Add-On Uplift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30% of users buy add-ons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Avg $50 uplift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≈ $15,000 MRR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Total Monthly Run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Core SaaS: ~$93K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Teams/Enterprise: ~$60K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Add-ons: ~$15K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→ ~$168K MRR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$1M ARR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$168K MRR × 12 = $2.0M ARR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$1M ARR crossed earlier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Timeline to $1M ARR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Months 0–3: MVP + Beta ($5–10K MRR)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Months 4–6: Pro/Advanced scale ($40K MRR)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Months 7–9: Elite + Add-ons ($80K MRR)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Months 10–12: Teams ($100K+ MRR)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Key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Entitlements drive behavior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Stripe only handles money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Expansion without rebuild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Founder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DCE1E6"/>
                </a:solidFill>
              </a:defRPr>
            </a:pPr>
            <a:r>
              <a:t>Low user count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High trust</a:t>
            </a:r>
          </a:p>
          <a:p>
            <a:pPr>
              <a:defRPr sz="1800">
                <a:solidFill>
                  <a:srgbClr val="DCE1E6"/>
                </a:solidFill>
              </a:defRPr>
            </a:pPr>
            <a:r>
              <a:t>Predictable scaling</a:t>
            </a:r>
          </a:p>
        </p:txBody>
      </p:sp>
      <p:pic>
        <p:nvPicPr>
          <p:cNvPr id="4" name="Picture 3" descr="vectryx_icon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12648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330</Words>
  <Application>Microsoft Office PowerPoint</Application>
  <PresentationFormat>On-screen Show (4:3)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Vectryx Path to $1M ARR</vt:lpstr>
      <vt:lpstr>1. Swimlane Value Stream (Revenue → Access)</vt:lpstr>
      <vt:lpstr>Swimlane Ownership</vt:lpstr>
      <vt:lpstr>2. Failure Handling &amp; Grace Period</vt:lpstr>
      <vt:lpstr>Why Grace Period Matters</vt:lpstr>
      <vt:lpstr>3. Add-Ons &amp; API Expansion</vt:lpstr>
      <vt:lpstr>Pricing &amp; User Mix Assumptions</vt:lpstr>
      <vt:lpstr>Core SaaS ARR Math</vt:lpstr>
      <vt:lpstr>Team &amp; Enterprise Expansion</vt:lpstr>
      <vt:lpstr>Add-On Uplift</vt:lpstr>
      <vt:lpstr>Total Monthly Run Rate</vt:lpstr>
      <vt:lpstr>$1M ARR Achieved</vt:lpstr>
      <vt:lpstr>Timeline to $1M ARR</vt:lpstr>
      <vt:lpstr>Key Logic</vt:lpstr>
      <vt:lpstr>Founder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Henry Chriss</dc:creator>
  <cp:keywords/>
  <dc:description>generated using python-pptx</dc:description>
  <cp:lastModifiedBy>Henry Chriss</cp:lastModifiedBy>
  <cp:revision>1</cp:revision>
  <dcterms:created xsi:type="dcterms:W3CDTF">2013-01-27T09:14:16Z</dcterms:created>
  <dcterms:modified xsi:type="dcterms:W3CDTF">2026-01-16T02:28:44Z</dcterms:modified>
  <cp:category/>
</cp:coreProperties>
</file>