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Vectryx Path to $1M ARR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Stream + Monetization Logic</a:t>
            </a:r>
          </a:p>
          <a:p>
            <a:r>
              <a:t>Clear math, clear timeline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Swimlane Value Stream (Revenue → Access)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upgrades → Stripe Checkout</a:t>
            </a:r>
          </a:p>
          <a:p>
            <a:r>
              <a:t>Stripe webhook fires</a:t>
            </a:r>
          </a:p>
          <a:p>
            <a:r>
              <a:t>Entitlements updated</a:t>
            </a:r>
          </a:p>
          <a:p>
            <a:r>
              <a:t>Engine enforces access instantly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Swimlane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User: decision</a:t>
            </a:r>
          </a:p>
          <a:p>
            <a:r>
              <a:t>Frontend: redirect + display</a:t>
            </a:r>
          </a:p>
          <a:p>
            <a:r>
              <a:t>Stripe: money</a:t>
            </a:r>
          </a:p>
          <a:p>
            <a:r>
              <a:t>Webhook: mapping</a:t>
            </a:r>
          </a:p>
          <a:p>
            <a:r>
              <a:t>Supabase: truth</a:t>
            </a:r>
          </a:p>
          <a:p>
            <a:r>
              <a:t>Engine: enforcement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Failure Handling &amp; Grace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fails → Stripe retry</a:t>
            </a:r>
          </a:p>
          <a:p>
            <a:r>
              <a:t>Grace period (7–14 days)</a:t>
            </a:r>
          </a:p>
          <a:p>
            <a:r>
              <a:t>User warned</a:t>
            </a:r>
          </a:p>
          <a:p>
            <a:r>
              <a:t>Downgrade only after grace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Grace Period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churn</a:t>
            </a:r>
          </a:p>
          <a:p>
            <a:r>
              <a:t>Protects trust</a:t>
            </a:r>
          </a:p>
          <a:p>
            <a:r>
              <a:t>Preserves ARR</a:t>
            </a:r>
          </a:p>
          <a:p>
            <a:r>
              <a:t>Enterprise expectation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Add-Ons &amp; API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plan → Add-ons → API</a:t>
            </a:r>
          </a:p>
          <a:p>
            <a:r>
              <a:t>Same entitlement model</a:t>
            </a:r>
          </a:p>
          <a:p>
            <a:r>
              <a:t>No architecture change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&amp; User Mix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Pro: $39/mo</a:t>
            </a:r>
          </a:p>
          <a:p>
            <a:r>
              <a:t>Advanced: $99/mo</a:t>
            </a:r>
          </a:p>
          <a:p>
            <a:r>
              <a:t>Elite: $149/mo</a:t>
            </a:r>
          </a:p>
          <a:p>
            <a:r>
              <a:t>Teams: $1,500/mo avg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SaaS ARR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600 Pro users × $39 = $23,400/mo</a:t>
            </a:r>
          </a:p>
          <a:p>
            <a:r>
              <a:t>400 Advanced × $99 = $39,600/mo</a:t>
            </a:r>
          </a:p>
          <a:p>
            <a:r>
              <a:t>200 Elite × $149 = $29,800/mo</a:t>
            </a:r>
          </a:p>
          <a:p>
            <a:r>
              <a:t>→ $92,800 MRR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Enterprise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 Teams × $1,500 = $30,000 MRR</a:t>
            </a:r>
          </a:p>
          <a:p>
            <a:r>
              <a:t>10 Enterprise × $3,000 = $30,000 MRR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Add-On Uplift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30% of users buy add-ons</a:t>
            </a:r>
          </a:p>
          <a:p>
            <a:r>
              <a:t>Avg $50 uplift</a:t>
            </a:r>
          </a:p>
          <a:p>
            <a:r>
              <a:t>≈ $15,000 MRR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Monthly Run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SaaS: ~$93K</a:t>
            </a:r>
          </a:p>
          <a:p>
            <a:r>
              <a:t>Teams/Enterprise: ~$60K</a:t>
            </a:r>
          </a:p>
          <a:p>
            <a:r>
              <a:t>Add-ons: ~$15K</a:t>
            </a:r>
          </a:p>
          <a:p>
            <a:r>
              <a:t>→ ~$168K MRR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$1M ARR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$168K MRR × 12 = $2.0M ARR</a:t>
            </a:r>
          </a:p>
          <a:p>
            <a:r>
              <a:t>$1M ARR crossed earlier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to $1M ARR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Months 0–3: MVP + Beta ($5–10K MRR)</a:t>
            </a:r>
          </a:p>
          <a:p>
            <a:r>
              <a:t>Months 4–6: Pro/Advanced scale ($40K MRR)</a:t>
            </a:r>
          </a:p>
          <a:p>
            <a:r>
              <a:t>Months 7–9: Elite + Add-ons ($80K MRR)</a:t>
            </a:r>
          </a:p>
          <a:p>
            <a:r>
              <a:t>Months 10–12: Teams ($100K+ MRR)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Entitlements drive behavior</a:t>
            </a:r>
          </a:p>
          <a:p>
            <a:r>
              <a:t>Stripe only handles money</a:t>
            </a:r>
          </a:p>
          <a:p>
            <a:r>
              <a:t>Expansion without rebuild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user count</a:t>
            </a:r>
          </a:p>
          <a:p>
            <a:r>
              <a:t>High trust</a:t>
            </a:r>
          </a:p>
          <a:p>
            <a:r>
              <a:t>Predictable 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330</Words>
  <Application>Microsoft Office PowerPoint</Application>
  <PresentationFormat>On-screen Show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Vectryx Path to $1M ARR</vt:lpstr>
      <vt:lpstr>1. Swimlane Value Stream (Revenue → Access)</vt:lpstr>
      <vt:lpstr>Swimlane Ownership</vt:lpstr>
      <vt:lpstr>2. Failure Handling &amp; Grace Period</vt:lpstr>
      <vt:lpstr>Why Grace Period Matters</vt:lpstr>
      <vt:lpstr>3. Add-Ons &amp; API Expansion</vt:lpstr>
      <vt:lpstr>Pricing &amp; User Mix Assumptions</vt:lpstr>
      <vt:lpstr>Core SaaS ARR Math</vt:lpstr>
      <vt:lpstr>Team &amp; Enterprise Expansion</vt:lpstr>
      <vt:lpstr>Add-On Uplift</vt:lpstr>
      <vt:lpstr>Total Monthly Run Rate</vt:lpstr>
      <vt:lpstr>$1M ARR Achieved</vt:lpstr>
      <vt:lpstr>Timeline to $1M ARR</vt:lpstr>
      <vt:lpstr>Key Logic</vt:lpstr>
      <vt:lpstr>Founder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Henry Chriss</dc:creator>
  <cp:keywords/>
  <dc:description>generated using python-pptx</dc:description>
  <cp:lastModifiedBy>Henry Chriss</cp:lastModifiedBy>
  <cp:revision>1</cp:revision>
  <dcterms:created xsi:type="dcterms:W3CDTF">2013-01-27T09:14:16Z</dcterms:created>
  <dcterms:modified xsi:type="dcterms:W3CDTF">2026-01-16T02:20:30Z</dcterms:modified>
  <cp:category/>
</cp:coreProperties>
</file>