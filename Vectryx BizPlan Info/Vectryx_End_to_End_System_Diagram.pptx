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70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Vectryx End-to-End 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From subscription to intelligence delivery</a:t>
            </a:r>
          </a:p>
        </p:txBody>
      </p:sp>
      <p:pic>
        <p:nvPicPr>
          <p:cNvPr id="4" name="Picture 3" descr="vectryx_wordmark_h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406015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1. User Subscription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User selects plan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Redirected to Stripe Checkout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Payment handled externally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2. Stripe Billing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Stripe manages subscription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Invoices, retries, tax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No product logic here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3. Stripe Webhook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Stripe notifies Vectryx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Event verified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Price mapped to entitlements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4. Entitlements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Supabase entitlements updated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Single source of truth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Immediate effect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5. Preferences &amp; Watchlists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User configures tickers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Notification preferences stored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RLS enforced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6. Signal Detection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Regulatory filings monitored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Signals detected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Scored for conviction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7. Delivery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Entitlements checked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Limits enforced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Real-time or delayed alerts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8. User Alert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Email / push delivered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High-signal only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No alert fatigue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9. Upgrade &amp; Add-Ons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User upgrades or adds features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Stripe webhook fires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Entitlements updated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10. Audit &amp;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Delivery logs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Access enforcement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Enterprise-ready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</Words>
  <Application>Microsoft Office PowerPoint</Application>
  <PresentationFormat>On-screen Show (4:3)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Vectryx End-to-End System Flow</vt:lpstr>
      <vt:lpstr>1. User Subscription</vt:lpstr>
      <vt:lpstr>2. Stripe Billing</vt:lpstr>
      <vt:lpstr>3. Stripe Webhook</vt:lpstr>
      <vt:lpstr>4. Entitlements Update</vt:lpstr>
      <vt:lpstr>5. Preferences &amp; Watchlists</vt:lpstr>
      <vt:lpstr>6. Signal Detection Engine</vt:lpstr>
      <vt:lpstr>7. Delivery Logic</vt:lpstr>
      <vt:lpstr>8. User Alert Experience</vt:lpstr>
      <vt:lpstr>9. Upgrade &amp; Add-Ons</vt:lpstr>
      <vt:lpstr>10. Audit &amp; Trust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Henry Chriss</dc:creator>
  <cp:keywords/>
  <dc:description>generated using python-pptx</dc:description>
  <cp:lastModifiedBy>Henry Chriss</cp:lastModifiedBy>
  <cp:revision>1</cp:revision>
  <dcterms:created xsi:type="dcterms:W3CDTF">2013-01-27T09:14:16Z</dcterms:created>
  <dcterms:modified xsi:type="dcterms:W3CDTF">2026-01-20T13:23:32Z</dcterms:modified>
  <cp:category/>
</cp:coreProperties>
</file>