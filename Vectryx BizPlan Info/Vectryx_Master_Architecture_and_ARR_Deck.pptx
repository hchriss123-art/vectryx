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2" d="100"/>
          <a:sy n="52" d="100"/>
        </p:scale>
        <p:origin x="1700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81267"/>
            <a:ext cx="8229600" cy="1143000"/>
          </a:xfrm>
        </p:spPr>
        <p:txBody>
          <a:bodyPr/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rPr dirty="0"/>
              <a:t>Vectryx Monetization &amp;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19632"/>
            <a:ext cx="8229600" cy="3506531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DCE1E6"/>
                </a:solidFill>
              </a:defRPr>
            </a:pPr>
            <a:r>
              <a:rPr sz="2400" dirty="0"/>
              <a:t>Value Streams • Pricing Logic • $1M ARR Path</a:t>
            </a:r>
          </a:p>
        </p:txBody>
      </p:sp>
      <p:pic>
        <p:nvPicPr>
          <p:cNvPr id="4" name="Picture 3" descr="vectryx_wordmark_h1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2406015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Executive Value Stream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>
                <a:solidFill>
                  <a:srgbClr val="DCE1E6"/>
                </a:solidFill>
              </a:defRPr>
            </a:pPr>
            <a:r>
              <a:rPr sz="2400" dirty="0"/>
              <a:t>Stripe → Webhook → Entitlements → Enforcement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rPr sz="2400" dirty="0"/>
              <a:t>Revenue becomes intelligence instantly</a:t>
            </a:r>
          </a:p>
        </p:txBody>
      </p:sp>
      <p:pic>
        <p:nvPicPr>
          <p:cNvPr id="4" name="Picture 3" descr="vectryx_icon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12648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Swimlane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>
                <a:solidFill>
                  <a:srgbClr val="DCE1E6"/>
                </a:solidFill>
              </a:defRPr>
            </a:pPr>
            <a:r>
              <a:rPr sz="2400" dirty="0"/>
              <a:t>User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rPr sz="2400" dirty="0"/>
              <a:t>Frontend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rPr sz="2400" dirty="0"/>
              <a:t>Stripe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rPr sz="2400" dirty="0"/>
              <a:t>Webhook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rPr sz="2400" dirty="0"/>
              <a:t>Supabase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rPr sz="2400" dirty="0"/>
              <a:t>Engine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endParaRPr sz="2400" dirty="0"/>
          </a:p>
          <a:p>
            <a:pPr>
              <a:defRPr sz="1800">
                <a:solidFill>
                  <a:srgbClr val="DCE1E6"/>
                </a:solidFill>
              </a:defRPr>
            </a:pPr>
            <a:r>
              <a:rPr sz="2400" dirty="0"/>
              <a:t>Clear ownership. No ambiguity.</a:t>
            </a:r>
          </a:p>
        </p:txBody>
      </p:sp>
      <p:pic>
        <p:nvPicPr>
          <p:cNvPr id="4" name="Picture 3" descr="vectryx_icon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12648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Pricing → Entitlements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47784"/>
            <a:ext cx="8229600" cy="3778379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DCE1E6"/>
                </a:solidFill>
              </a:defRPr>
            </a:pPr>
            <a:r>
              <a:rPr sz="2400" dirty="0"/>
              <a:t>Free: delayed, limited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rPr sz="2400" dirty="0"/>
              <a:t>Pro: real-time + confidence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rPr sz="2400" dirty="0"/>
              <a:t>Advanced: executive + sector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rPr sz="2400" dirty="0"/>
              <a:t>Elite: unlimited + lab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rPr sz="2400" dirty="0"/>
              <a:t>Team/Enterprise: API + seats</a:t>
            </a:r>
          </a:p>
        </p:txBody>
      </p:sp>
      <p:pic>
        <p:nvPicPr>
          <p:cNvPr id="4" name="Picture 3" descr="vectryx_icon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12648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Failure &amp; Grace Period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06130"/>
            <a:ext cx="8229600" cy="3420033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DCE1E6"/>
                </a:solidFill>
              </a:defRPr>
            </a:pPr>
            <a:r>
              <a:rPr sz="2400" dirty="0"/>
              <a:t>Payment fails → retry → grace period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rPr sz="2400" dirty="0"/>
              <a:t>No surprise lockouts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rPr sz="2400" dirty="0"/>
              <a:t>Controlled downgrade</a:t>
            </a:r>
          </a:p>
        </p:txBody>
      </p:sp>
      <p:pic>
        <p:nvPicPr>
          <p:cNvPr id="4" name="Picture 3" descr="vectryx_icon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12648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Add-Ons &amp; API Expansion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81416"/>
            <a:ext cx="8229600" cy="3444747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DCE1E6"/>
                </a:solidFill>
              </a:defRPr>
            </a:pPr>
            <a:r>
              <a:rPr sz="2400" dirty="0"/>
              <a:t>Risk • Events • Signal Lab • API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rPr sz="2400" dirty="0"/>
              <a:t>Toggled via entitlements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rPr sz="2400" dirty="0"/>
              <a:t>No architecture change</a:t>
            </a:r>
          </a:p>
        </p:txBody>
      </p:sp>
      <p:pic>
        <p:nvPicPr>
          <p:cNvPr id="4" name="Picture 3" descr="vectryx_icon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12648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ARR Math to $1M+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31989"/>
            <a:ext cx="8229600" cy="3494174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DCE1E6"/>
                </a:solidFill>
              </a:defRPr>
            </a:pPr>
            <a:r>
              <a:rPr sz="2400" dirty="0"/>
              <a:t>Core SaaS ≈ $90K MRR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rPr sz="2400" dirty="0"/>
              <a:t>Teams/Enterprise ≈ $60K MRR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rPr sz="2400" dirty="0"/>
              <a:t>Add-ons ≈ $15K MRR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rPr sz="2400" dirty="0"/>
              <a:t>→ $1M ARR crossed early</a:t>
            </a:r>
          </a:p>
        </p:txBody>
      </p:sp>
      <p:pic>
        <p:nvPicPr>
          <p:cNvPr id="4" name="Picture 3" descr="vectryx_icon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12648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Timeline to $1M ARR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582562"/>
            <a:ext cx="8229600" cy="3543601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DCE1E6"/>
                </a:solidFill>
              </a:defRPr>
            </a:pPr>
            <a:r>
              <a:rPr sz="2400" dirty="0"/>
              <a:t>0–3 mo: Beta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rPr sz="2400" dirty="0"/>
              <a:t>4–6 mo: Pro/Advanced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rPr sz="2400" dirty="0"/>
              <a:t>7–9 mo: Elite + Add-ons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rPr sz="2400" dirty="0"/>
              <a:t>10–12 mo: Teams</a:t>
            </a:r>
          </a:p>
        </p:txBody>
      </p:sp>
      <p:pic>
        <p:nvPicPr>
          <p:cNvPr id="4" name="Picture 3" descr="vectryx_icon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12648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Why Vectryx Wins (Architecture)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06130"/>
            <a:ext cx="8229600" cy="3420033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DCE1E6"/>
                </a:solidFill>
              </a:defRPr>
            </a:pPr>
            <a:r>
              <a:rPr sz="2400" dirty="0"/>
              <a:t>Single source of truth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rPr sz="2400" dirty="0"/>
              <a:t>Instant access control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rPr sz="2400" dirty="0"/>
              <a:t>Enterprise-grade trust</a:t>
            </a:r>
          </a:p>
        </p:txBody>
      </p:sp>
      <p:pic>
        <p:nvPicPr>
          <p:cNvPr id="4" name="Picture 3" descr="vectryx_icon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12648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Security &amp; Trust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56703"/>
            <a:ext cx="8229600" cy="3469460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DCE1E6"/>
                </a:solidFill>
              </a:defRPr>
            </a:pPr>
            <a:r>
              <a:rPr sz="2400" dirty="0"/>
              <a:t>RLS enforced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rPr sz="2400" dirty="0"/>
              <a:t>Service-role writes only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rPr sz="2400" dirty="0"/>
              <a:t>Idempotent webhooks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rPr sz="2400" dirty="0"/>
              <a:t>Audit-ready</a:t>
            </a:r>
          </a:p>
        </p:txBody>
      </p:sp>
      <p:pic>
        <p:nvPicPr>
          <p:cNvPr id="4" name="Picture 3" descr="vectryx_icon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12648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rPr dirty="0"/>
              <a:t>Founder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8032" y="2693773"/>
            <a:ext cx="6647935" cy="3444747"/>
          </a:xfrm>
        </p:spPr>
        <p:txBody>
          <a:bodyPr>
            <a:normAutofit/>
          </a:bodyPr>
          <a:lstStyle/>
          <a:p>
            <a:pPr marL="0" indent="0" algn="ctr">
              <a:buNone/>
              <a:defRPr sz="1800">
                <a:solidFill>
                  <a:srgbClr val="DCE1E6"/>
                </a:solidFill>
              </a:defRPr>
            </a:pPr>
            <a:r>
              <a:rPr sz="2800" dirty="0"/>
              <a:t>Low user count</a:t>
            </a:r>
          </a:p>
          <a:p>
            <a:pPr marL="0" indent="0" algn="ctr">
              <a:buNone/>
              <a:defRPr sz="1800">
                <a:solidFill>
                  <a:srgbClr val="DCE1E6"/>
                </a:solidFill>
              </a:defRPr>
            </a:pPr>
            <a:r>
              <a:rPr sz="2800" dirty="0"/>
              <a:t>High signal value</a:t>
            </a:r>
          </a:p>
          <a:p>
            <a:pPr marL="0" indent="0" algn="ctr">
              <a:buNone/>
              <a:defRPr sz="1800">
                <a:solidFill>
                  <a:srgbClr val="DCE1E6"/>
                </a:solidFill>
              </a:defRPr>
            </a:pPr>
            <a:r>
              <a:rPr sz="2800" dirty="0"/>
              <a:t>Predictable expansion</a:t>
            </a:r>
          </a:p>
        </p:txBody>
      </p:sp>
      <p:pic>
        <p:nvPicPr>
          <p:cNvPr id="4" name="Picture 3" descr="vectryx_icon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12648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199</Words>
  <Application>Microsoft Office PowerPoint</Application>
  <PresentationFormat>On-screen Show (4:3)</PresentationFormat>
  <Paragraphs>51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Vectryx Monetization &amp; Architecture</vt:lpstr>
      <vt:lpstr>Executive Value Stream</vt:lpstr>
      <vt:lpstr>Swimlane Architecture</vt:lpstr>
      <vt:lpstr>Pricing → Entitlements Matrix</vt:lpstr>
      <vt:lpstr>Failure &amp; Grace Period Handling</vt:lpstr>
      <vt:lpstr>Add-Ons &amp; API Expansion</vt:lpstr>
      <vt:lpstr>ARR Math to $1M+</vt:lpstr>
      <vt:lpstr>Timeline to $1M ARR</vt:lpstr>
      <vt:lpstr>Why Vectryx Wins (Architecture)</vt:lpstr>
      <vt:lpstr>Security &amp; Trust</vt:lpstr>
      <vt:lpstr>Founder Takeaway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Henry Chriss</dc:creator>
  <cp:keywords/>
  <dc:description>generated using python-pptx</dc:description>
  <cp:lastModifiedBy>Henry Chriss</cp:lastModifiedBy>
  <cp:revision>2</cp:revision>
  <dcterms:created xsi:type="dcterms:W3CDTF">2013-01-27T09:14:16Z</dcterms:created>
  <dcterms:modified xsi:type="dcterms:W3CDTF">2026-01-16T02:41:21Z</dcterms:modified>
  <cp:category/>
</cp:coreProperties>
</file>