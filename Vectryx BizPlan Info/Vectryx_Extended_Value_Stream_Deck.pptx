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Vectryx Value Stream (Executive)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Stripe → Webhook → Entitlements → Enforcement</a:t>
            </a:r>
          </a:p>
          <a:p>
            <a:r>
              <a:t>Revenue instantly becomes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Swimlane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| Frontend | Stripe | Webhook | Supabase | Engine</a:t>
            </a:r>
          </a:p>
          <a:p>
            <a:r>
              <a:t>Clear ownership per lane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fails → Stripe event</a:t>
            </a:r>
          </a:p>
          <a:p>
            <a:r>
              <a:t>Vectryx sets grace period</a:t>
            </a:r>
          </a:p>
          <a:p>
            <a:r>
              <a:t>Access downgraded only after grace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Add-Ons &amp; API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plan via Stripe</a:t>
            </a:r>
          </a:p>
          <a:p>
            <a:r>
              <a:t>Add-ons as separate prices</a:t>
            </a:r>
          </a:p>
          <a:p>
            <a:r>
              <a:t>Webhook toggles feature 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Seats + API + SLA</a:t>
            </a:r>
          </a:p>
          <a:p>
            <a:r>
              <a:t>Higher price → same entitlement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RLS protects data</a:t>
            </a:r>
          </a:p>
          <a:p>
            <a:r>
              <a:t>Service role writes only</a:t>
            </a:r>
          </a:p>
          <a:p>
            <a:r>
              <a:t>Idempotent webhooks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Stripe = money</a:t>
            </a:r>
          </a:p>
          <a:p>
            <a:r>
              <a:t>Vectryx = access</a:t>
            </a:r>
          </a:p>
          <a:p>
            <a:r>
              <a:t>Entitlements =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Vectryx Value Stream (Executive)</vt:lpstr>
      <vt:lpstr>Swimlane View</vt:lpstr>
      <vt:lpstr>Failure Handling</vt:lpstr>
      <vt:lpstr>Add-Ons &amp; API Flow</vt:lpstr>
      <vt:lpstr>Enterprise Expansion</vt:lpstr>
      <vt:lpstr>Security &amp; Control</vt:lpstr>
      <vt:lpstr>Key Principle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2026-01-16T02:01:54Z</dcterms:modified>
  <cp:category/>
</cp:coreProperties>
</file>