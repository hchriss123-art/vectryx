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&amp; Grace Period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 trust while protecting revenue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Stripe detects failure</a:t>
            </a:r>
          </a:p>
          <a:p>
            <a:r>
              <a:t>Retries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Webhook Notification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invoice.payment_failed event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Grace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Entitlements unchanged</a:t>
            </a:r>
          </a:p>
          <a:p>
            <a:r>
              <a:t>User warned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Grace Expiry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 canceled</a:t>
            </a:r>
          </a:p>
          <a:p>
            <a:r>
              <a:t>Entitlements downgraded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surprise lockouts</a:t>
            </a:r>
          </a:p>
          <a:p>
            <a:r>
              <a:t>Predictable enforcement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</Words>
  <Application>Microsoft Office PowerPoint</Application>
  <PresentationFormat>On-screen Show (4:3)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Failure &amp; Grace Period Flow</vt:lpstr>
      <vt:lpstr>Payment Failure</vt:lpstr>
      <vt:lpstr>Webhook Notification</vt:lpstr>
      <vt:lpstr>Grace Period</vt:lpstr>
      <vt:lpstr>Grace Expiry</vt:lpstr>
      <vt:lpstr>Key Principle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1</cp:revision>
  <dcterms:created xsi:type="dcterms:W3CDTF">2013-01-27T09:14:16Z</dcterms:created>
  <dcterms:modified xsi:type="dcterms:W3CDTF">2026-01-16T02:09:48Z</dcterms:modified>
  <cp:category/>
</cp:coreProperties>
</file>