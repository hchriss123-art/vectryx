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Vectryx Architecture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</a:t>
            </a:r>
          </a:p>
          <a:p>
            <a:r>
              <a:t>Predictable</a:t>
            </a:r>
          </a:p>
          <a:p>
            <a:r>
              <a:t>Enterprise-ready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 logic duplication</a:t>
            </a:r>
          </a:p>
          <a:p>
            <a:r>
              <a:t>Clear ownership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RLS</a:t>
            </a:r>
          </a:p>
          <a:p>
            <a:r>
              <a:t>Service-role writes</a:t>
            </a:r>
          </a:p>
          <a:p>
            <a:r>
              <a:t>Auditability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flow supports</a:t>
            </a:r>
          </a:p>
          <a:p>
            <a:r>
              <a:t>Free →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Vectryx converts revenue into intelligence instantly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Office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Vectryx Architecture Principles</vt:lpstr>
      <vt:lpstr>Design Philosophy</vt:lpstr>
      <vt:lpstr>Security Posture</vt:lpstr>
      <vt:lpstr>Scalability</vt:lpstr>
      <vt:lpstr>Narrative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2026-01-16T02:13:29Z</dcterms:modified>
  <cp:category/>
</cp:coreProperties>
</file>