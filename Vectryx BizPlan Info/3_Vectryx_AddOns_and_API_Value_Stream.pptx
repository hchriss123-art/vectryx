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Add-Ons &amp; API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growth without architecture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Subscription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access via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 Purchase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/ Events / Signal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Webhook Toggle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flags enabled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Rate limits applied</a:t>
            </a:r>
          </a:p>
          <a:p>
            <a:r>
              <a:t>Workflow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ARPU</a:t>
            </a:r>
          </a:p>
          <a:p>
            <a:r>
              <a:t>Lower churn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Add-Ons &amp; API Expansion</vt:lpstr>
      <vt:lpstr>Base Subscription</vt:lpstr>
      <vt:lpstr>Add-On Purchase</vt:lpstr>
      <vt:lpstr>Webhook Toggle</vt:lpstr>
      <vt:lpstr>API Access</vt:lpstr>
      <vt:lpstr>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2026-01-16T02:11:33Z</dcterms:modified>
  <cp:category/>
</cp:coreProperties>
</file>