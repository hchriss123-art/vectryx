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Vectryx Swimlane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ownership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Chooses plan</a:t>
            </a:r>
          </a:p>
          <a:p>
            <a:r>
              <a:t>Triggers upgrade</a:t>
            </a:r>
          </a:p>
          <a:p>
            <a:r>
              <a:t>Consumes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pricing</a:t>
            </a:r>
          </a:p>
          <a:p>
            <a:r>
              <a:t>Redirects to Stripe</a:t>
            </a:r>
          </a:p>
          <a:p>
            <a:r>
              <a:t>Reads entitlements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Stripe 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Processes payment</a:t>
            </a:r>
          </a:p>
          <a:p>
            <a:r>
              <a:t>Manages subscription</a:t>
            </a:r>
          </a:p>
          <a:p>
            <a:r>
              <a:t>Fires webhook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Webhook 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Verifies Stripe</a:t>
            </a:r>
          </a:p>
          <a:p>
            <a:r>
              <a:t>Maps price → entitlements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Entitlements source of truth</a:t>
            </a:r>
          </a:p>
          <a:p>
            <a:r>
              <a:t>RLS enforced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 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Enforces limits</a:t>
            </a:r>
          </a:p>
          <a:p>
            <a:r>
              <a:t>Controls alerts</a:t>
            </a:r>
          </a:p>
          <a:p>
            <a:r>
              <a:t>Drives real-world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Vectryx Swimlane Value Stream</vt:lpstr>
      <vt:lpstr>User Lane</vt:lpstr>
      <vt:lpstr>Frontend Lane</vt:lpstr>
      <vt:lpstr>Stripe Lane</vt:lpstr>
      <vt:lpstr>Webhook Lane</vt:lpstr>
      <vt:lpstr>Supabase Lane</vt:lpstr>
      <vt:lpstr>Engine Lane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2026-01-16T02:08:11Z</dcterms:modified>
  <cp:category/>
</cp:coreProperties>
</file>